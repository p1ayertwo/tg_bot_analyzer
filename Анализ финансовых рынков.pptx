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6" r:id="rId1"/>
    <p:sldMasterId id="2147483667" r:id="rId2"/>
  </p:sldMasterIdLst>
  <p:notesMasterIdLst>
    <p:notesMasterId r:id="rId1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27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82"/>
  </p:normalViewPr>
  <p:slideViewPr>
    <p:cSldViewPr snapToGrid="0">
      <p:cViewPr varScale="1">
        <p:scale>
          <a:sx n="159" d="100"/>
          <a:sy n="159" d="100"/>
        </p:scale>
        <p:origin x="280" y="176"/>
      </p:cViewPr>
      <p:guideLst>
        <p:guide orient="horz" pos="1620"/>
        <p:guide pos="22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a0e7fa03be_0_126:notes"/>
          <p:cNvSpPr txBox="1">
            <a:spLocks noGrp="1"/>
          </p:cNvSpPr>
          <p:nvPr>
            <p:ph type="body" idx="1"/>
          </p:nvPr>
        </p:nvSpPr>
        <p:spPr>
          <a:xfrm>
            <a:off x="914400" y="4343401"/>
            <a:ext cx="5029200" cy="411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g3a0e7fa03be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0e7fa03b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a0e7fa03b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a0e7fa03be_0_1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a0e7fa03be_0_1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a0e7fa03be_0_2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a0e7fa03be_0_2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a0e7fa03be_0_2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a0e7fa03be_0_2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0e7fa03be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a0e7fa03be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a0e7fa03be_0_2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a0e7fa03be_0_2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a0e7fa03be_0_2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a0e7fa03be_0_2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a0e7fa03be_0_2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a0e7fa03be_0_2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a0e7fa03be_0_2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a0e7fa03be_0_2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a0e7fa03be_0_2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a0e7fa03be_0_2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a0e7fa03be_0_255:notes"/>
          <p:cNvSpPr txBox="1">
            <a:spLocks noGrp="1"/>
          </p:cNvSpPr>
          <p:nvPr>
            <p:ph type="body" idx="1"/>
          </p:nvPr>
        </p:nvSpPr>
        <p:spPr>
          <a:xfrm>
            <a:off x="914400" y="4343401"/>
            <a:ext cx="5029200" cy="411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g3a0e7fa03be_0_2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64095" y="685480"/>
            <a:ext cx="3129600" cy="3429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tx">
  <p:cSld name="TITLE_AND_BODY">
    <p:bg>
      <p:bgPr>
        <a:solidFill>
          <a:schemeClr val="lt1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4"/>
          <p:cNvSpPr/>
          <p:nvPr/>
        </p:nvSpPr>
        <p:spPr>
          <a:xfrm>
            <a:off x="8587119" y="4645622"/>
            <a:ext cx="206400" cy="2064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4"/>
          <p:cNvSpPr txBox="1"/>
          <p:nvPr/>
        </p:nvSpPr>
        <p:spPr>
          <a:xfrm>
            <a:off x="8321354" y="4633233"/>
            <a:ext cx="738000" cy="2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450" tIns="46450" rIns="46450" bIns="4645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None/>
            </a:pPr>
            <a:fld id="{00000000-1234-1234-1234-123412341234}" type="slidenum">
              <a:rPr lang="ru" sz="7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7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Subtitle" type="title">
  <p:cSld name="TITLE">
    <p:bg>
      <p:bgPr>
        <a:solidFill>
          <a:schemeClr val="lt1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/>
        </p:nvSpPr>
        <p:spPr>
          <a:xfrm>
            <a:off x="8178486" y="4645757"/>
            <a:ext cx="738000" cy="201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46450" tIns="46450" rIns="46450" bIns="4645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None/>
            </a:pPr>
            <a:fld id="{00000000-1234-1234-1234-123412341234}" type="slidenum">
              <a:rPr lang="ru" sz="7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7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5"/>
          <p:cNvSpPr/>
          <p:nvPr/>
        </p:nvSpPr>
        <p:spPr>
          <a:xfrm>
            <a:off x="8587119" y="4645622"/>
            <a:ext cx="206400" cy="2064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5"/>
          <p:cNvSpPr txBox="1"/>
          <p:nvPr/>
        </p:nvSpPr>
        <p:spPr>
          <a:xfrm>
            <a:off x="8321354" y="4633233"/>
            <a:ext cx="738000" cy="2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450" tIns="46450" rIns="46450" bIns="4645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None/>
            </a:pPr>
            <a:fld id="{00000000-1234-1234-1234-123412341234}" type="slidenum">
              <a:rPr lang="ru" sz="7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7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5455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_Red">
  <p:cSld name="0_Red">
    <p:bg>
      <p:bgPr>
        <a:solidFill>
          <a:schemeClr val="lt1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/>
          <p:nvPr/>
        </p:nvSpPr>
        <p:spPr>
          <a:xfrm>
            <a:off x="-3175" y="2786"/>
            <a:ext cx="9150300" cy="20016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0" name="Google Shape;60;p16"/>
          <p:cNvSpPr txBox="1"/>
          <p:nvPr/>
        </p:nvSpPr>
        <p:spPr>
          <a:xfrm>
            <a:off x="8170618" y="4450064"/>
            <a:ext cx="738000" cy="2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450" tIns="46450" rIns="46450" bIns="4645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None/>
            </a:pPr>
            <a:fld id="{00000000-1234-1234-1234-123412341234}" type="slidenum">
              <a:rPr lang="ru" sz="7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7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6"/>
          <p:cNvSpPr/>
          <p:nvPr/>
        </p:nvSpPr>
        <p:spPr>
          <a:xfrm>
            <a:off x="8587119" y="4645622"/>
            <a:ext cx="206400" cy="2064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6"/>
          <p:cNvSpPr txBox="1"/>
          <p:nvPr/>
        </p:nvSpPr>
        <p:spPr>
          <a:xfrm>
            <a:off x="8321354" y="4633233"/>
            <a:ext cx="738000" cy="2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450" tIns="46450" rIns="46450" bIns="4645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None/>
            </a:pPr>
            <a:fld id="{00000000-1234-1234-1234-123412341234}" type="slidenum">
              <a:rPr lang="ru" sz="7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7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Subtitle + Photos">
  <p:cSld name="Title &amp; Subtitle + Photos">
    <p:bg>
      <p:bgPr>
        <a:solidFill>
          <a:schemeClr val="lt1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7"/>
          <p:cNvSpPr>
            <a:spLocks noGrp="1"/>
          </p:cNvSpPr>
          <p:nvPr>
            <p:ph type="pic" idx="2"/>
          </p:nvPr>
        </p:nvSpPr>
        <p:spPr>
          <a:xfrm>
            <a:off x="1654655" y="1450344"/>
            <a:ext cx="901200" cy="900600"/>
          </a:xfrm>
          <a:prstGeom prst="rect">
            <a:avLst/>
          </a:prstGeom>
          <a:solidFill>
            <a:srgbClr val="D2CDDE"/>
          </a:solidFill>
          <a:ln>
            <a:noFill/>
          </a:ln>
        </p:spPr>
      </p:sp>
      <p:sp>
        <p:nvSpPr>
          <p:cNvPr id="65" name="Google Shape;65;p17"/>
          <p:cNvSpPr>
            <a:spLocks noGrp="1"/>
          </p:cNvSpPr>
          <p:nvPr>
            <p:ph type="pic" idx="3"/>
          </p:nvPr>
        </p:nvSpPr>
        <p:spPr>
          <a:xfrm>
            <a:off x="2900795" y="1450344"/>
            <a:ext cx="901200" cy="900600"/>
          </a:xfrm>
          <a:prstGeom prst="rect">
            <a:avLst/>
          </a:prstGeom>
          <a:solidFill>
            <a:srgbClr val="D2CDDE"/>
          </a:solidFill>
          <a:ln>
            <a:noFill/>
          </a:ln>
        </p:spPr>
      </p:sp>
      <p:sp>
        <p:nvSpPr>
          <p:cNvPr id="66" name="Google Shape;66;p17"/>
          <p:cNvSpPr>
            <a:spLocks noGrp="1"/>
          </p:cNvSpPr>
          <p:nvPr>
            <p:ph type="pic" idx="4"/>
          </p:nvPr>
        </p:nvSpPr>
        <p:spPr>
          <a:xfrm>
            <a:off x="4146933" y="1450344"/>
            <a:ext cx="901200" cy="900600"/>
          </a:xfrm>
          <a:prstGeom prst="rect">
            <a:avLst/>
          </a:prstGeom>
          <a:solidFill>
            <a:srgbClr val="D2CDDE"/>
          </a:solidFill>
          <a:ln>
            <a:noFill/>
          </a:ln>
        </p:spPr>
      </p:sp>
      <p:sp>
        <p:nvSpPr>
          <p:cNvPr id="67" name="Google Shape;67;p17"/>
          <p:cNvSpPr>
            <a:spLocks noGrp="1"/>
          </p:cNvSpPr>
          <p:nvPr>
            <p:ph type="pic" idx="5"/>
          </p:nvPr>
        </p:nvSpPr>
        <p:spPr>
          <a:xfrm>
            <a:off x="5393072" y="1450344"/>
            <a:ext cx="901200" cy="900600"/>
          </a:xfrm>
          <a:prstGeom prst="rect">
            <a:avLst/>
          </a:prstGeom>
          <a:solidFill>
            <a:srgbClr val="D2CDDE"/>
          </a:solidFill>
          <a:ln>
            <a:noFill/>
          </a:ln>
        </p:spPr>
      </p:sp>
      <p:sp>
        <p:nvSpPr>
          <p:cNvPr id="68" name="Google Shape;68;p17"/>
          <p:cNvSpPr>
            <a:spLocks noGrp="1"/>
          </p:cNvSpPr>
          <p:nvPr>
            <p:ph type="pic" idx="6"/>
          </p:nvPr>
        </p:nvSpPr>
        <p:spPr>
          <a:xfrm>
            <a:off x="6639211" y="1450344"/>
            <a:ext cx="901200" cy="900600"/>
          </a:xfrm>
          <a:prstGeom prst="rect">
            <a:avLst/>
          </a:prstGeom>
          <a:solidFill>
            <a:srgbClr val="D2CDDE"/>
          </a:solidFill>
          <a:ln>
            <a:noFill/>
          </a:ln>
        </p:spPr>
      </p:sp>
      <p:sp>
        <p:nvSpPr>
          <p:cNvPr id="69" name="Google Shape;69;p17"/>
          <p:cNvSpPr>
            <a:spLocks noGrp="1"/>
          </p:cNvSpPr>
          <p:nvPr>
            <p:ph type="pic" idx="7"/>
          </p:nvPr>
        </p:nvSpPr>
        <p:spPr>
          <a:xfrm>
            <a:off x="1654655" y="2664213"/>
            <a:ext cx="901200" cy="900600"/>
          </a:xfrm>
          <a:prstGeom prst="rect">
            <a:avLst/>
          </a:prstGeom>
          <a:solidFill>
            <a:srgbClr val="D2CDDE"/>
          </a:solidFill>
          <a:ln>
            <a:noFill/>
          </a:ln>
        </p:spPr>
      </p:sp>
      <p:sp>
        <p:nvSpPr>
          <p:cNvPr id="70" name="Google Shape;70;p17"/>
          <p:cNvSpPr>
            <a:spLocks noGrp="1"/>
          </p:cNvSpPr>
          <p:nvPr>
            <p:ph type="pic" idx="8"/>
          </p:nvPr>
        </p:nvSpPr>
        <p:spPr>
          <a:xfrm>
            <a:off x="2900795" y="2664213"/>
            <a:ext cx="901200" cy="900600"/>
          </a:xfrm>
          <a:prstGeom prst="rect">
            <a:avLst/>
          </a:prstGeom>
          <a:solidFill>
            <a:srgbClr val="D2CDDE"/>
          </a:solidFill>
          <a:ln>
            <a:noFill/>
          </a:ln>
        </p:spPr>
      </p:sp>
      <p:sp>
        <p:nvSpPr>
          <p:cNvPr id="71" name="Google Shape;71;p17"/>
          <p:cNvSpPr>
            <a:spLocks noGrp="1"/>
          </p:cNvSpPr>
          <p:nvPr>
            <p:ph type="pic" idx="9"/>
          </p:nvPr>
        </p:nvSpPr>
        <p:spPr>
          <a:xfrm>
            <a:off x="4146933" y="2664213"/>
            <a:ext cx="901200" cy="900600"/>
          </a:xfrm>
          <a:prstGeom prst="rect">
            <a:avLst/>
          </a:prstGeom>
          <a:solidFill>
            <a:srgbClr val="D2CDDE"/>
          </a:solidFill>
          <a:ln>
            <a:noFill/>
          </a:ln>
        </p:spPr>
      </p:sp>
      <p:sp>
        <p:nvSpPr>
          <p:cNvPr id="72" name="Google Shape;72;p17"/>
          <p:cNvSpPr>
            <a:spLocks noGrp="1"/>
          </p:cNvSpPr>
          <p:nvPr>
            <p:ph type="pic" idx="13"/>
          </p:nvPr>
        </p:nvSpPr>
        <p:spPr>
          <a:xfrm>
            <a:off x="5393072" y="2664213"/>
            <a:ext cx="901200" cy="900600"/>
          </a:xfrm>
          <a:prstGeom prst="rect">
            <a:avLst/>
          </a:prstGeom>
          <a:solidFill>
            <a:srgbClr val="D2CDDE"/>
          </a:solidFill>
          <a:ln>
            <a:noFill/>
          </a:ln>
        </p:spPr>
      </p:sp>
      <p:sp>
        <p:nvSpPr>
          <p:cNvPr id="73" name="Google Shape;73;p17"/>
          <p:cNvSpPr>
            <a:spLocks noGrp="1"/>
          </p:cNvSpPr>
          <p:nvPr>
            <p:ph type="pic" idx="14"/>
          </p:nvPr>
        </p:nvSpPr>
        <p:spPr>
          <a:xfrm>
            <a:off x="6639211" y="2664213"/>
            <a:ext cx="901200" cy="900600"/>
          </a:xfrm>
          <a:prstGeom prst="rect">
            <a:avLst/>
          </a:prstGeom>
          <a:solidFill>
            <a:srgbClr val="D2CDDE"/>
          </a:solidFill>
          <a:ln>
            <a:noFill/>
          </a:ln>
        </p:spPr>
      </p:sp>
      <p:sp>
        <p:nvSpPr>
          <p:cNvPr id="74" name="Google Shape;74;p17"/>
          <p:cNvSpPr/>
          <p:nvPr/>
        </p:nvSpPr>
        <p:spPr>
          <a:xfrm>
            <a:off x="8587119" y="4645622"/>
            <a:ext cx="206400" cy="2064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7"/>
          <p:cNvSpPr txBox="1"/>
          <p:nvPr/>
        </p:nvSpPr>
        <p:spPr>
          <a:xfrm>
            <a:off x="8321354" y="4633233"/>
            <a:ext cx="738000" cy="2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450" tIns="46450" rIns="46450" bIns="4645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None/>
            </a:pPr>
            <a:fld id="{00000000-1234-1234-1234-123412341234}" type="slidenum">
              <a:rPr lang="ru" sz="7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7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Subtitle (without header)">
  <p:cSld name="Title &amp; Subtitle (without header)">
    <p:bg>
      <p:bgPr>
        <a:solidFill>
          <a:schemeClr val="lt1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8"/>
          <p:cNvSpPr/>
          <p:nvPr/>
        </p:nvSpPr>
        <p:spPr>
          <a:xfrm>
            <a:off x="8587119" y="4645622"/>
            <a:ext cx="206400" cy="2064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8"/>
          <p:cNvSpPr txBox="1"/>
          <p:nvPr/>
        </p:nvSpPr>
        <p:spPr>
          <a:xfrm>
            <a:off x="8321354" y="4633233"/>
            <a:ext cx="738000" cy="2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450" tIns="46450" rIns="46450" bIns="4645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None/>
            </a:pPr>
            <a:fld id="{00000000-1234-1234-1234-123412341234}" type="slidenum">
              <a:rPr lang="ru" sz="7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7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Subtitle (without header) + Photos">
  <p:cSld name="Title &amp; Subtitle (without header) + Photos">
    <p:bg>
      <p:bgPr>
        <a:solidFill>
          <a:schemeClr val="lt1"/>
        </a:solid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9"/>
          <p:cNvSpPr>
            <a:spLocks noGrp="1"/>
          </p:cNvSpPr>
          <p:nvPr>
            <p:ph type="pic" idx="2"/>
          </p:nvPr>
        </p:nvSpPr>
        <p:spPr>
          <a:xfrm>
            <a:off x="1654655" y="1450344"/>
            <a:ext cx="901200" cy="900600"/>
          </a:xfrm>
          <a:prstGeom prst="rect">
            <a:avLst/>
          </a:prstGeom>
          <a:solidFill>
            <a:srgbClr val="D2CDDE"/>
          </a:solidFill>
          <a:ln>
            <a:noFill/>
          </a:ln>
        </p:spPr>
      </p:sp>
      <p:sp>
        <p:nvSpPr>
          <p:cNvPr id="81" name="Google Shape;81;p19"/>
          <p:cNvSpPr>
            <a:spLocks noGrp="1"/>
          </p:cNvSpPr>
          <p:nvPr>
            <p:ph type="pic" idx="3"/>
          </p:nvPr>
        </p:nvSpPr>
        <p:spPr>
          <a:xfrm>
            <a:off x="2900795" y="1450344"/>
            <a:ext cx="901200" cy="900600"/>
          </a:xfrm>
          <a:prstGeom prst="rect">
            <a:avLst/>
          </a:prstGeom>
          <a:solidFill>
            <a:srgbClr val="D2CDDE"/>
          </a:solidFill>
          <a:ln>
            <a:noFill/>
          </a:ln>
        </p:spPr>
      </p:sp>
      <p:sp>
        <p:nvSpPr>
          <p:cNvPr id="82" name="Google Shape;82;p19"/>
          <p:cNvSpPr>
            <a:spLocks noGrp="1"/>
          </p:cNvSpPr>
          <p:nvPr>
            <p:ph type="pic" idx="4"/>
          </p:nvPr>
        </p:nvSpPr>
        <p:spPr>
          <a:xfrm>
            <a:off x="4146933" y="1450344"/>
            <a:ext cx="901200" cy="900600"/>
          </a:xfrm>
          <a:prstGeom prst="rect">
            <a:avLst/>
          </a:prstGeom>
          <a:solidFill>
            <a:srgbClr val="D2CDDE"/>
          </a:solidFill>
          <a:ln>
            <a:noFill/>
          </a:ln>
        </p:spPr>
      </p:sp>
      <p:sp>
        <p:nvSpPr>
          <p:cNvPr id="83" name="Google Shape;83;p19"/>
          <p:cNvSpPr>
            <a:spLocks noGrp="1"/>
          </p:cNvSpPr>
          <p:nvPr>
            <p:ph type="pic" idx="5"/>
          </p:nvPr>
        </p:nvSpPr>
        <p:spPr>
          <a:xfrm>
            <a:off x="5393072" y="1450344"/>
            <a:ext cx="901200" cy="900600"/>
          </a:xfrm>
          <a:prstGeom prst="rect">
            <a:avLst/>
          </a:prstGeom>
          <a:solidFill>
            <a:srgbClr val="D2CDDE"/>
          </a:solidFill>
          <a:ln>
            <a:noFill/>
          </a:ln>
        </p:spPr>
      </p:sp>
      <p:sp>
        <p:nvSpPr>
          <p:cNvPr id="84" name="Google Shape;84;p19"/>
          <p:cNvSpPr>
            <a:spLocks noGrp="1"/>
          </p:cNvSpPr>
          <p:nvPr>
            <p:ph type="pic" idx="6"/>
          </p:nvPr>
        </p:nvSpPr>
        <p:spPr>
          <a:xfrm>
            <a:off x="6639211" y="1450344"/>
            <a:ext cx="901200" cy="900600"/>
          </a:xfrm>
          <a:prstGeom prst="rect">
            <a:avLst/>
          </a:prstGeom>
          <a:solidFill>
            <a:srgbClr val="D2CDDE"/>
          </a:solidFill>
          <a:ln>
            <a:noFill/>
          </a:ln>
        </p:spPr>
      </p:sp>
      <p:sp>
        <p:nvSpPr>
          <p:cNvPr id="85" name="Google Shape;85;p19"/>
          <p:cNvSpPr>
            <a:spLocks noGrp="1"/>
          </p:cNvSpPr>
          <p:nvPr>
            <p:ph type="pic" idx="7"/>
          </p:nvPr>
        </p:nvSpPr>
        <p:spPr>
          <a:xfrm>
            <a:off x="1654655" y="2664213"/>
            <a:ext cx="901200" cy="900600"/>
          </a:xfrm>
          <a:prstGeom prst="rect">
            <a:avLst/>
          </a:prstGeom>
          <a:solidFill>
            <a:srgbClr val="D2CDDE"/>
          </a:solidFill>
          <a:ln>
            <a:noFill/>
          </a:ln>
        </p:spPr>
      </p:sp>
      <p:sp>
        <p:nvSpPr>
          <p:cNvPr id="86" name="Google Shape;86;p19"/>
          <p:cNvSpPr>
            <a:spLocks noGrp="1"/>
          </p:cNvSpPr>
          <p:nvPr>
            <p:ph type="pic" idx="8"/>
          </p:nvPr>
        </p:nvSpPr>
        <p:spPr>
          <a:xfrm>
            <a:off x="2900795" y="2664213"/>
            <a:ext cx="901200" cy="900600"/>
          </a:xfrm>
          <a:prstGeom prst="rect">
            <a:avLst/>
          </a:prstGeom>
          <a:solidFill>
            <a:srgbClr val="D2CDDE"/>
          </a:solidFill>
          <a:ln>
            <a:noFill/>
          </a:ln>
        </p:spPr>
      </p:sp>
      <p:sp>
        <p:nvSpPr>
          <p:cNvPr id="87" name="Google Shape;87;p19"/>
          <p:cNvSpPr>
            <a:spLocks noGrp="1"/>
          </p:cNvSpPr>
          <p:nvPr>
            <p:ph type="pic" idx="9"/>
          </p:nvPr>
        </p:nvSpPr>
        <p:spPr>
          <a:xfrm>
            <a:off x="4146933" y="2664213"/>
            <a:ext cx="901200" cy="900600"/>
          </a:xfrm>
          <a:prstGeom prst="rect">
            <a:avLst/>
          </a:prstGeom>
          <a:solidFill>
            <a:srgbClr val="D2CDDE"/>
          </a:solidFill>
          <a:ln>
            <a:noFill/>
          </a:ln>
        </p:spPr>
      </p:sp>
      <p:sp>
        <p:nvSpPr>
          <p:cNvPr id="88" name="Google Shape;88;p19"/>
          <p:cNvSpPr>
            <a:spLocks noGrp="1"/>
          </p:cNvSpPr>
          <p:nvPr>
            <p:ph type="pic" idx="13"/>
          </p:nvPr>
        </p:nvSpPr>
        <p:spPr>
          <a:xfrm>
            <a:off x="5393072" y="2664213"/>
            <a:ext cx="901200" cy="900600"/>
          </a:xfrm>
          <a:prstGeom prst="rect">
            <a:avLst/>
          </a:prstGeom>
          <a:solidFill>
            <a:srgbClr val="D2CDDE"/>
          </a:solidFill>
          <a:ln>
            <a:noFill/>
          </a:ln>
        </p:spPr>
      </p:sp>
      <p:sp>
        <p:nvSpPr>
          <p:cNvPr id="89" name="Google Shape;89;p19"/>
          <p:cNvSpPr>
            <a:spLocks noGrp="1"/>
          </p:cNvSpPr>
          <p:nvPr>
            <p:ph type="pic" idx="14"/>
          </p:nvPr>
        </p:nvSpPr>
        <p:spPr>
          <a:xfrm>
            <a:off x="6639211" y="2664213"/>
            <a:ext cx="901200" cy="900600"/>
          </a:xfrm>
          <a:prstGeom prst="rect">
            <a:avLst/>
          </a:prstGeom>
          <a:solidFill>
            <a:srgbClr val="D2CDDE"/>
          </a:solidFill>
          <a:ln>
            <a:noFill/>
          </a:ln>
        </p:spPr>
      </p:sp>
      <p:sp>
        <p:nvSpPr>
          <p:cNvPr id="90" name="Google Shape;90;p19"/>
          <p:cNvSpPr txBox="1"/>
          <p:nvPr/>
        </p:nvSpPr>
        <p:spPr>
          <a:xfrm>
            <a:off x="8136105" y="4454296"/>
            <a:ext cx="738000" cy="2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450" tIns="46450" rIns="46450" bIns="4645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None/>
            </a:pPr>
            <a:fld id="{00000000-1234-1234-1234-123412341234}" type="slidenum">
              <a:rPr lang="ru" sz="7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7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9"/>
          <p:cNvSpPr/>
          <p:nvPr/>
        </p:nvSpPr>
        <p:spPr>
          <a:xfrm>
            <a:off x="8587119" y="4645622"/>
            <a:ext cx="206400" cy="2064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9"/>
          <p:cNvSpPr txBox="1"/>
          <p:nvPr/>
        </p:nvSpPr>
        <p:spPr>
          <a:xfrm>
            <a:off x="8321354" y="4633233"/>
            <a:ext cx="738000" cy="2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450" tIns="46450" rIns="46450" bIns="4645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None/>
            </a:pPr>
            <a:fld id="{00000000-1234-1234-1234-123412341234}" type="slidenum">
              <a:rPr lang="ru" sz="7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7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+ Photos">
  <p:cSld name="Blank + Photos">
    <p:bg>
      <p:bgPr>
        <a:solidFill>
          <a:schemeClr val="lt1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0"/>
          <p:cNvSpPr>
            <a:spLocks noGrp="1"/>
          </p:cNvSpPr>
          <p:nvPr>
            <p:ph type="pic" idx="2"/>
          </p:nvPr>
        </p:nvSpPr>
        <p:spPr>
          <a:xfrm>
            <a:off x="1654655" y="1450344"/>
            <a:ext cx="901200" cy="900600"/>
          </a:xfrm>
          <a:prstGeom prst="rect">
            <a:avLst/>
          </a:prstGeom>
          <a:solidFill>
            <a:srgbClr val="D2CDDE"/>
          </a:solidFill>
          <a:ln>
            <a:noFill/>
          </a:ln>
        </p:spPr>
      </p:sp>
      <p:sp>
        <p:nvSpPr>
          <p:cNvPr id="95" name="Google Shape;95;p20"/>
          <p:cNvSpPr>
            <a:spLocks noGrp="1"/>
          </p:cNvSpPr>
          <p:nvPr>
            <p:ph type="pic" idx="3"/>
          </p:nvPr>
        </p:nvSpPr>
        <p:spPr>
          <a:xfrm>
            <a:off x="2900795" y="1450344"/>
            <a:ext cx="901200" cy="900600"/>
          </a:xfrm>
          <a:prstGeom prst="rect">
            <a:avLst/>
          </a:prstGeom>
          <a:solidFill>
            <a:srgbClr val="D2CDDE"/>
          </a:solidFill>
          <a:ln>
            <a:noFill/>
          </a:ln>
        </p:spPr>
      </p:sp>
      <p:sp>
        <p:nvSpPr>
          <p:cNvPr id="96" name="Google Shape;96;p20"/>
          <p:cNvSpPr>
            <a:spLocks noGrp="1"/>
          </p:cNvSpPr>
          <p:nvPr>
            <p:ph type="pic" idx="4"/>
          </p:nvPr>
        </p:nvSpPr>
        <p:spPr>
          <a:xfrm>
            <a:off x="4146933" y="1450344"/>
            <a:ext cx="901200" cy="900600"/>
          </a:xfrm>
          <a:prstGeom prst="rect">
            <a:avLst/>
          </a:prstGeom>
          <a:solidFill>
            <a:srgbClr val="D2CDDE"/>
          </a:solidFill>
          <a:ln>
            <a:noFill/>
          </a:ln>
        </p:spPr>
      </p:sp>
      <p:sp>
        <p:nvSpPr>
          <p:cNvPr id="97" name="Google Shape;97;p20"/>
          <p:cNvSpPr>
            <a:spLocks noGrp="1"/>
          </p:cNvSpPr>
          <p:nvPr>
            <p:ph type="pic" idx="5"/>
          </p:nvPr>
        </p:nvSpPr>
        <p:spPr>
          <a:xfrm>
            <a:off x="5393072" y="1450344"/>
            <a:ext cx="901200" cy="900600"/>
          </a:xfrm>
          <a:prstGeom prst="rect">
            <a:avLst/>
          </a:prstGeom>
          <a:solidFill>
            <a:srgbClr val="D2CDDE"/>
          </a:solidFill>
          <a:ln>
            <a:noFill/>
          </a:ln>
        </p:spPr>
      </p:sp>
      <p:sp>
        <p:nvSpPr>
          <p:cNvPr id="98" name="Google Shape;98;p20"/>
          <p:cNvSpPr>
            <a:spLocks noGrp="1"/>
          </p:cNvSpPr>
          <p:nvPr>
            <p:ph type="pic" idx="6"/>
          </p:nvPr>
        </p:nvSpPr>
        <p:spPr>
          <a:xfrm>
            <a:off x="6639211" y="1450344"/>
            <a:ext cx="901200" cy="900600"/>
          </a:xfrm>
          <a:prstGeom prst="rect">
            <a:avLst/>
          </a:prstGeom>
          <a:solidFill>
            <a:srgbClr val="D2CDDE"/>
          </a:solidFill>
          <a:ln>
            <a:noFill/>
          </a:ln>
        </p:spPr>
      </p:sp>
      <p:sp>
        <p:nvSpPr>
          <p:cNvPr id="99" name="Google Shape;99;p20"/>
          <p:cNvSpPr>
            <a:spLocks noGrp="1"/>
          </p:cNvSpPr>
          <p:nvPr>
            <p:ph type="pic" idx="7"/>
          </p:nvPr>
        </p:nvSpPr>
        <p:spPr>
          <a:xfrm>
            <a:off x="1654655" y="2664213"/>
            <a:ext cx="901200" cy="900600"/>
          </a:xfrm>
          <a:prstGeom prst="rect">
            <a:avLst/>
          </a:prstGeom>
          <a:solidFill>
            <a:srgbClr val="D2CDDE"/>
          </a:solidFill>
          <a:ln>
            <a:noFill/>
          </a:ln>
        </p:spPr>
      </p:sp>
      <p:sp>
        <p:nvSpPr>
          <p:cNvPr id="100" name="Google Shape;100;p20"/>
          <p:cNvSpPr>
            <a:spLocks noGrp="1"/>
          </p:cNvSpPr>
          <p:nvPr>
            <p:ph type="pic" idx="8"/>
          </p:nvPr>
        </p:nvSpPr>
        <p:spPr>
          <a:xfrm>
            <a:off x="2900795" y="2664213"/>
            <a:ext cx="901200" cy="900600"/>
          </a:xfrm>
          <a:prstGeom prst="rect">
            <a:avLst/>
          </a:prstGeom>
          <a:solidFill>
            <a:srgbClr val="D2CDDE"/>
          </a:solidFill>
          <a:ln>
            <a:noFill/>
          </a:ln>
        </p:spPr>
      </p:sp>
      <p:sp>
        <p:nvSpPr>
          <p:cNvPr id="101" name="Google Shape;101;p20"/>
          <p:cNvSpPr>
            <a:spLocks noGrp="1"/>
          </p:cNvSpPr>
          <p:nvPr>
            <p:ph type="pic" idx="9"/>
          </p:nvPr>
        </p:nvSpPr>
        <p:spPr>
          <a:xfrm>
            <a:off x="4146933" y="2664213"/>
            <a:ext cx="901200" cy="900600"/>
          </a:xfrm>
          <a:prstGeom prst="rect">
            <a:avLst/>
          </a:prstGeom>
          <a:solidFill>
            <a:srgbClr val="D2CDDE"/>
          </a:solidFill>
          <a:ln>
            <a:noFill/>
          </a:ln>
        </p:spPr>
      </p:sp>
      <p:sp>
        <p:nvSpPr>
          <p:cNvPr id="102" name="Google Shape;102;p20"/>
          <p:cNvSpPr>
            <a:spLocks noGrp="1"/>
          </p:cNvSpPr>
          <p:nvPr>
            <p:ph type="pic" idx="13"/>
          </p:nvPr>
        </p:nvSpPr>
        <p:spPr>
          <a:xfrm>
            <a:off x="5393072" y="2664213"/>
            <a:ext cx="901200" cy="900600"/>
          </a:xfrm>
          <a:prstGeom prst="rect">
            <a:avLst/>
          </a:prstGeom>
          <a:solidFill>
            <a:srgbClr val="D2CDDE"/>
          </a:solidFill>
          <a:ln>
            <a:noFill/>
          </a:ln>
        </p:spPr>
      </p:sp>
      <p:sp>
        <p:nvSpPr>
          <p:cNvPr id="103" name="Google Shape;103;p20"/>
          <p:cNvSpPr>
            <a:spLocks noGrp="1"/>
          </p:cNvSpPr>
          <p:nvPr>
            <p:ph type="pic" idx="14"/>
          </p:nvPr>
        </p:nvSpPr>
        <p:spPr>
          <a:xfrm>
            <a:off x="6639211" y="2664213"/>
            <a:ext cx="901200" cy="900600"/>
          </a:xfrm>
          <a:prstGeom prst="rect">
            <a:avLst/>
          </a:prstGeom>
          <a:solidFill>
            <a:srgbClr val="D2CDDE"/>
          </a:solidFill>
          <a:ln>
            <a:noFill/>
          </a:ln>
        </p:spPr>
      </p:sp>
      <p:sp>
        <p:nvSpPr>
          <p:cNvPr id="104" name="Google Shape;104;p20"/>
          <p:cNvSpPr/>
          <p:nvPr/>
        </p:nvSpPr>
        <p:spPr>
          <a:xfrm>
            <a:off x="8587119" y="4645622"/>
            <a:ext cx="206400" cy="2064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0"/>
          <p:cNvSpPr txBox="1"/>
          <p:nvPr/>
        </p:nvSpPr>
        <p:spPr>
          <a:xfrm>
            <a:off x="8321354" y="4633233"/>
            <a:ext cx="738000" cy="2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450" tIns="46450" rIns="46450" bIns="4645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None/>
            </a:pPr>
            <a:fld id="{00000000-1234-1234-1234-123412341234}" type="slidenum">
              <a:rPr lang="ru" sz="7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7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1"/>
          <p:cNvSpPr txBox="1"/>
          <p:nvPr/>
        </p:nvSpPr>
        <p:spPr>
          <a:xfrm>
            <a:off x="510918" y="2034478"/>
            <a:ext cx="8122200" cy="6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00"/>
              <a:buFont typeface="Arial"/>
              <a:buNone/>
            </a:pPr>
            <a:r>
              <a:rPr lang="ru" sz="4100" b="1" dirty="0">
                <a:solidFill>
                  <a:srgbClr val="FFFFFF"/>
                </a:solidFill>
              </a:rPr>
              <a:t>Анализ финансовых рынков</a:t>
            </a:r>
            <a:endParaRPr sz="3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2" name="Google Shape;112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42458" y="465110"/>
            <a:ext cx="1597275" cy="123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9451" y="253537"/>
            <a:ext cx="1249010" cy="546442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1"/>
          <p:cNvSpPr txBox="1"/>
          <p:nvPr/>
        </p:nvSpPr>
        <p:spPr>
          <a:xfrm>
            <a:off x="2334300" y="3379775"/>
            <a:ext cx="4475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chemeClr val="lt1"/>
                </a:solidFill>
              </a:rPr>
              <a:t>Колесников Глеб</a:t>
            </a:r>
            <a:endParaRPr dirty="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/>
          <p:nvPr/>
        </p:nvSpPr>
        <p:spPr>
          <a:xfrm>
            <a:off x="0" y="209925"/>
            <a:ext cx="9144000" cy="512700"/>
          </a:xfrm>
          <a:prstGeom prst="rect">
            <a:avLst/>
          </a:prstGeom>
          <a:gradFill>
            <a:gsLst>
              <a:gs pos="0">
                <a:srgbClr val="343C5E"/>
              </a:gs>
              <a:gs pos="35000">
                <a:srgbClr val="343C5E"/>
              </a:gs>
              <a:gs pos="86000">
                <a:schemeClr val="lt1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69999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300" b="1">
                <a:solidFill>
                  <a:schemeClr val="lt1"/>
                </a:solidFill>
              </a:rPr>
              <a:t>Цель проекта</a:t>
            </a:r>
            <a:endParaRPr sz="2300" b="1">
              <a:solidFill>
                <a:schemeClr val="lt1"/>
              </a:solidFill>
            </a:endParaRPr>
          </a:p>
        </p:txBody>
      </p:sp>
      <p:pic>
        <p:nvPicPr>
          <p:cNvPr id="120" name="Google Shape;120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71511" y="257176"/>
            <a:ext cx="955925" cy="418201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2"/>
          <p:cNvSpPr txBox="1"/>
          <p:nvPr/>
        </p:nvSpPr>
        <p:spPr>
          <a:xfrm>
            <a:off x="258995" y="885750"/>
            <a:ext cx="6842400" cy="149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solidFill>
                  <a:schemeClr val="dk2"/>
                </a:solidFill>
              </a:rPr>
              <a:t>Предоставить пользователю доступ к ценам активов и динамике за последний день из приложения </a:t>
            </a:r>
            <a:r>
              <a:rPr lang="en-US" sz="1800" dirty="0">
                <a:solidFill>
                  <a:schemeClr val="dk2"/>
                </a:solidFill>
              </a:rPr>
              <a:t>Telegram</a:t>
            </a:r>
            <a:r>
              <a:rPr lang="ru-RU" sz="1800" dirty="0">
                <a:solidFill>
                  <a:schemeClr val="dk2"/>
                </a:solidFill>
              </a:rPr>
              <a:t>.</a:t>
            </a:r>
            <a:endParaRPr sz="1800" dirty="0">
              <a:solidFill>
                <a:schemeClr val="dk2"/>
              </a:solidFill>
            </a:endParaRPr>
          </a:p>
        </p:txBody>
      </p:sp>
      <p:sp>
        <p:nvSpPr>
          <p:cNvPr id="122" name="Google Shape;122;p22"/>
          <p:cNvSpPr txBox="1"/>
          <p:nvPr/>
        </p:nvSpPr>
        <p:spPr>
          <a:xfrm>
            <a:off x="258995" y="2382253"/>
            <a:ext cx="6842400" cy="2074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solidFill>
                  <a:schemeClr val="dk2"/>
                </a:solidFill>
              </a:rPr>
              <a:t>Различные инструменты для анализа финансовых рынков уже давно придуманы и доступны в интернете. Знающие люди пользуются ими, но важно максимально упростить процесс получения ключевых значений за актуальный период. Поэтому было принято решение о создании бота для определения изменения цены актива за последний день.</a:t>
            </a:r>
            <a:endParaRPr sz="1800" dirty="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3"/>
          <p:cNvSpPr/>
          <p:nvPr/>
        </p:nvSpPr>
        <p:spPr>
          <a:xfrm>
            <a:off x="0" y="209925"/>
            <a:ext cx="9144000" cy="512700"/>
          </a:xfrm>
          <a:prstGeom prst="rect">
            <a:avLst/>
          </a:prstGeom>
          <a:gradFill>
            <a:gsLst>
              <a:gs pos="0">
                <a:srgbClr val="343C5E"/>
              </a:gs>
              <a:gs pos="35000">
                <a:srgbClr val="343C5E"/>
              </a:gs>
              <a:gs pos="86000">
                <a:schemeClr val="lt1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69999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300" b="1">
                <a:solidFill>
                  <a:schemeClr val="lt1"/>
                </a:solidFill>
              </a:rPr>
              <a:t>Постановка задачи</a:t>
            </a:r>
            <a:endParaRPr sz="2300" b="1">
              <a:solidFill>
                <a:schemeClr val="lt1"/>
              </a:solidFill>
            </a:endParaRPr>
          </a:p>
        </p:txBody>
      </p:sp>
      <p:pic>
        <p:nvPicPr>
          <p:cNvPr id="128" name="Google Shape;128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71511" y="257176"/>
            <a:ext cx="955925" cy="418201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3"/>
          <p:cNvSpPr txBox="1"/>
          <p:nvPr/>
        </p:nvSpPr>
        <p:spPr>
          <a:xfrm>
            <a:off x="251225" y="885750"/>
            <a:ext cx="2483700" cy="38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 dirty="0">
                <a:solidFill>
                  <a:schemeClr val="dk2"/>
                </a:solidFill>
              </a:rPr>
              <a:t>Необходимо предоставить пользователю доступ к данным с биржи через </a:t>
            </a:r>
            <a:r>
              <a:rPr lang="en-US" sz="1800" dirty="0">
                <a:solidFill>
                  <a:schemeClr val="dk2"/>
                </a:solidFill>
              </a:rPr>
              <a:t>Telegram</a:t>
            </a:r>
            <a:r>
              <a:rPr lang="ru-RU" sz="1800" dirty="0">
                <a:solidFill>
                  <a:schemeClr val="dk2"/>
                </a:solidFill>
              </a:rPr>
              <a:t>-бота.</a:t>
            </a:r>
            <a:endParaRPr sz="1800" dirty="0">
              <a:solidFill>
                <a:schemeClr val="dk2"/>
              </a:solidFill>
            </a:endParaRPr>
          </a:p>
        </p:txBody>
      </p:sp>
      <p:sp>
        <p:nvSpPr>
          <p:cNvPr id="130" name="Google Shape;130;p23"/>
          <p:cNvSpPr txBox="1"/>
          <p:nvPr/>
        </p:nvSpPr>
        <p:spPr>
          <a:xfrm>
            <a:off x="3283550" y="885750"/>
            <a:ext cx="2483700" cy="38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 dirty="0">
                <a:solidFill>
                  <a:schemeClr val="dk2"/>
                </a:solidFill>
              </a:rPr>
              <a:t>Нужно интегрироваться с международной и российской биржей.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" sz="18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 dirty="0">
                <a:solidFill>
                  <a:schemeClr val="dk2"/>
                </a:solidFill>
              </a:rPr>
              <a:t>Нужно предоставить дневную динамику цен активов в виде графика и выделить основное в тексте.</a:t>
            </a:r>
            <a:endParaRPr sz="1800" dirty="0">
              <a:solidFill>
                <a:schemeClr val="dk2"/>
              </a:solidFill>
            </a:endParaRPr>
          </a:p>
        </p:txBody>
      </p:sp>
      <p:sp>
        <p:nvSpPr>
          <p:cNvPr id="131" name="Google Shape;131;p23"/>
          <p:cNvSpPr txBox="1"/>
          <p:nvPr/>
        </p:nvSpPr>
        <p:spPr>
          <a:xfrm>
            <a:off x="6315875" y="885750"/>
            <a:ext cx="2483700" cy="38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solidFill>
                  <a:schemeClr val="dk2"/>
                </a:solidFill>
              </a:rPr>
              <a:t>В результате бот по тикеру актива должен отправлять пользователю график его цены за последние сутки, писать актуальную цену и показывать изменение за день.</a:t>
            </a:r>
            <a:endParaRPr sz="1800" dirty="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4"/>
          <p:cNvSpPr/>
          <p:nvPr/>
        </p:nvSpPr>
        <p:spPr>
          <a:xfrm>
            <a:off x="0" y="209925"/>
            <a:ext cx="9144000" cy="512700"/>
          </a:xfrm>
          <a:prstGeom prst="rect">
            <a:avLst/>
          </a:prstGeom>
          <a:gradFill>
            <a:gsLst>
              <a:gs pos="0">
                <a:srgbClr val="343C5E"/>
              </a:gs>
              <a:gs pos="35000">
                <a:srgbClr val="343C5E"/>
              </a:gs>
              <a:gs pos="86000">
                <a:schemeClr val="lt1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69999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300" b="1">
                <a:solidFill>
                  <a:schemeClr val="lt1"/>
                </a:solidFill>
              </a:rPr>
              <a:t>Архитектура и структура проекта</a:t>
            </a:r>
            <a:endParaRPr sz="2300" b="1">
              <a:solidFill>
                <a:schemeClr val="lt1"/>
              </a:solidFill>
            </a:endParaRPr>
          </a:p>
        </p:txBody>
      </p:sp>
      <p:pic>
        <p:nvPicPr>
          <p:cNvPr id="137" name="Google Shape;137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71511" y="257176"/>
            <a:ext cx="955925" cy="418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662EEF4-3AF9-A0BB-B7F4-5643291DBD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977" y="1764633"/>
            <a:ext cx="8240287" cy="16122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5"/>
          <p:cNvSpPr/>
          <p:nvPr/>
        </p:nvSpPr>
        <p:spPr>
          <a:xfrm>
            <a:off x="0" y="209925"/>
            <a:ext cx="9144000" cy="512700"/>
          </a:xfrm>
          <a:prstGeom prst="rect">
            <a:avLst/>
          </a:prstGeom>
          <a:gradFill>
            <a:gsLst>
              <a:gs pos="0">
                <a:srgbClr val="343C5E"/>
              </a:gs>
              <a:gs pos="35000">
                <a:srgbClr val="343C5E"/>
              </a:gs>
              <a:gs pos="86000">
                <a:schemeClr val="lt1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69999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300" b="1">
                <a:solidFill>
                  <a:schemeClr val="lt1"/>
                </a:solidFill>
              </a:rPr>
              <a:t>Архитектура и структура проекта</a:t>
            </a:r>
            <a:endParaRPr sz="2300" b="1">
              <a:solidFill>
                <a:schemeClr val="lt1"/>
              </a:solidFill>
            </a:endParaRPr>
          </a:p>
        </p:txBody>
      </p:sp>
      <p:pic>
        <p:nvPicPr>
          <p:cNvPr id="144" name="Google Shape;144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71511" y="257176"/>
            <a:ext cx="955925" cy="418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Рисунок 2" descr="Изображение выглядит как текст, снимок экрана, Шрифт, Прямоугольник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460E651B-7FBB-C303-8544-7285D6B53E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0568" y="885750"/>
            <a:ext cx="5099729" cy="404978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6"/>
          <p:cNvSpPr/>
          <p:nvPr/>
        </p:nvSpPr>
        <p:spPr>
          <a:xfrm>
            <a:off x="0" y="209925"/>
            <a:ext cx="9144000" cy="512700"/>
          </a:xfrm>
          <a:prstGeom prst="rect">
            <a:avLst/>
          </a:prstGeom>
          <a:gradFill>
            <a:gsLst>
              <a:gs pos="0">
                <a:srgbClr val="343C5E"/>
              </a:gs>
              <a:gs pos="35000">
                <a:srgbClr val="343C5E"/>
              </a:gs>
              <a:gs pos="86000">
                <a:schemeClr val="lt1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69999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300" b="1">
                <a:solidFill>
                  <a:schemeClr val="lt1"/>
                </a:solidFill>
              </a:rPr>
              <a:t>Архитектура и структура проекта</a:t>
            </a:r>
            <a:endParaRPr sz="2300" b="1">
              <a:solidFill>
                <a:schemeClr val="lt1"/>
              </a:solidFill>
            </a:endParaRPr>
          </a:p>
        </p:txBody>
      </p:sp>
      <p:pic>
        <p:nvPicPr>
          <p:cNvPr id="151" name="Google Shape;151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71511" y="257176"/>
            <a:ext cx="955925" cy="418201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6"/>
          <p:cNvSpPr txBox="1"/>
          <p:nvPr/>
        </p:nvSpPr>
        <p:spPr>
          <a:xfrm>
            <a:off x="258995" y="885750"/>
            <a:ext cx="6842400" cy="16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solidFill>
                  <a:schemeClr val="dk2"/>
                </a:solidFill>
              </a:rPr>
              <a:t>asyncio</a:t>
            </a:r>
            <a:r>
              <a:rPr lang="en-US" sz="1800" dirty="0">
                <a:solidFill>
                  <a:schemeClr val="dk2"/>
                </a:solidFill>
              </a:rPr>
              <a:t> – </a:t>
            </a:r>
            <a:r>
              <a:rPr lang="ru-RU" sz="1800" dirty="0">
                <a:solidFill>
                  <a:schemeClr val="dk2"/>
                </a:solidFill>
              </a:rPr>
              <a:t>для взаимодействия с </a:t>
            </a:r>
            <a:r>
              <a:rPr lang="en-US" sz="1800" dirty="0">
                <a:solidFill>
                  <a:schemeClr val="dk2"/>
                </a:solidFill>
              </a:rPr>
              <a:t>telegram</a:t>
            </a:r>
            <a:endParaRPr lang="ru-RU" sz="18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solidFill>
                  <a:schemeClr val="dk2"/>
                </a:solidFill>
              </a:rPr>
              <a:t>yFinance</a:t>
            </a:r>
            <a:r>
              <a:rPr lang="en-US" sz="1800" dirty="0">
                <a:solidFill>
                  <a:schemeClr val="dk2"/>
                </a:solidFill>
              </a:rPr>
              <a:t> </a:t>
            </a:r>
            <a:r>
              <a:rPr lang="ru-RU" sz="1800" dirty="0">
                <a:solidFill>
                  <a:schemeClr val="dk2"/>
                </a:solidFill>
              </a:rPr>
              <a:t>и </a:t>
            </a:r>
            <a:r>
              <a:rPr lang="en-US" sz="1800" dirty="0" err="1">
                <a:solidFill>
                  <a:schemeClr val="dk2"/>
                </a:solidFill>
              </a:rPr>
              <a:t>meoxalgo</a:t>
            </a:r>
            <a:r>
              <a:rPr lang="en-US" sz="1800" dirty="0">
                <a:solidFill>
                  <a:schemeClr val="dk2"/>
                </a:solidFill>
              </a:rPr>
              <a:t> – </a:t>
            </a:r>
            <a:r>
              <a:rPr lang="ru-RU" sz="1800" dirty="0">
                <a:solidFill>
                  <a:schemeClr val="dk2"/>
                </a:solidFill>
              </a:rPr>
              <a:t>для подключения к биржам</a:t>
            </a:r>
            <a:endParaRPr lang="en-US" sz="18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2"/>
                </a:solidFill>
              </a:rPr>
              <a:t>p</a:t>
            </a:r>
            <a:r>
              <a:rPr lang="en" sz="1800" dirty="0" err="1">
                <a:solidFill>
                  <a:schemeClr val="dk2"/>
                </a:solidFill>
              </a:rPr>
              <a:t>andas</a:t>
            </a:r>
            <a:r>
              <a:rPr lang="en-US" sz="1800" dirty="0">
                <a:solidFill>
                  <a:schemeClr val="dk2"/>
                </a:solidFill>
              </a:rPr>
              <a:t> – </a:t>
            </a:r>
            <a:r>
              <a:rPr lang="ru-RU" sz="1800" dirty="0">
                <a:solidFill>
                  <a:schemeClr val="dk2"/>
                </a:solidFill>
              </a:rPr>
              <a:t>для предобработки данных</a:t>
            </a:r>
            <a:endParaRPr lang="en-US" sz="18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2"/>
                </a:solidFill>
              </a:rPr>
              <a:t>matplotlib</a:t>
            </a:r>
            <a:r>
              <a:rPr lang="en-US" sz="1800" dirty="0">
                <a:solidFill>
                  <a:schemeClr val="dk2"/>
                </a:solidFill>
              </a:rPr>
              <a:t> – </a:t>
            </a:r>
            <a:r>
              <a:rPr lang="ru-RU" sz="1800" dirty="0">
                <a:solidFill>
                  <a:schemeClr val="dk2"/>
                </a:solidFill>
              </a:rPr>
              <a:t>для построения графиков</a:t>
            </a:r>
            <a:endParaRPr lang="en-US" sz="18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7"/>
          <p:cNvSpPr/>
          <p:nvPr/>
        </p:nvSpPr>
        <p:spPr>
          <a:xfrm>
            <a:off x="0" y="209925"/>
            <a:ext cx="9144000" cy="512700"/>
          </a:xfrm>
          <a:prstGeom prst="rect">
            <a:avLst/>
          </a:prstGeom>
          <a:gradFill>
            <a:gsLst>
              <a:gs pos="0">
                <a:srgbClr val="343C5E"/>
              </a:gs>
              <a:gs pos="35000">
                <a:srgbClr val="343C5E"/>
              </a:gs>
              <a:gs pos="86000">
                <a:schemeClr val="lt1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69999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300" b="1">
                <a:solidFill>
                  <a:schemeClr val="lt1"/>
                </a:solidFill>
              </a:rPr>
              <a:t>Логика программы</a:t>
            </a:r>
            <a:endParaRPr sz="2300" b="1">
              <a:solidFill>
                <a:schemeClr val="lt1"/>
              </a:solidFill>
            </a:endParaRPr>
          </a:p>
        </p:txBody>
      </p:sp>
      <p:pic>
        <p:nvPicPr>
          <p:cNvPr id="159" name="Google Shape;159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71511" y="257176"/>
            <a:ext cx="955925" cy="418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Рисунок 2" descr="Изображение выглядит как текст, снимок экрана, Шрифт, черный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61FC57A5-23B4-575B-05A1-7EE31556FE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603" y="1475874"/>
            <a:ext cx="8495251" cy="2133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8"/>
          <p:cNvSpPr/>
          <p:nvPr/>
        </p:nvSpPr>
        <p:spPr>
          <a:xfrm>
            <a:off x="0" y="209925"/>
            <a:ext cx="9144000" cy="512700"/>
          </a:xfrm>
          <a:prstGeom prst="rect">
            <a:avLst/>
          </a:prstGeom>
          <a:gradFill>
            <a:gsLst>
              <a:gs pos="0">
                <a:srgbClr val="343C5E"/>
              </a:gs>
              <a:gs pos="35000">
                <a:srgbClr val="343C5E"/>
              </a:gs>
              <a:gs pos="86000">
                <a:schemeClr val="lt1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69999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300" b="1">
                <a:solidFill>
                  <a:schemeClr val="lt1"/>
                </a:solidFill>
              </a:rPr>
              <a:t>Интерфейс</a:t>
            </a:r>
            <a:endParaRPr sz="2300" b="1">
              <a:solidFill>
                <a:schemeClr val="lt1"/>
              </a:solidFill>
            </a:endParaRPr>
          </a:p>
        </p:txBody>
      </p:sp>
      <p:pic>
        <p:nvPicPr>
          <p:cNvPr id="166" name="Google Shape;166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71511" y="257176"/>
            <a:ext cx="955925" cy="418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Рисунок 2" descr="Изображение выглядит как текст, снимок экрана, Шрифт, рукописный текс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92716B3E-527B-E05B-C208-388AFBFC5A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562" y="1532021"/>
            <a:ext cx="2840233" cy="3117923"/>
          </a:xfrm>
          <a:prstGeom prst="rect">
            <a:avLst/>
          </a:prstGeom>
        </p:spPr>
      </p:pic>
      <p:pic>
        <p:nvPicPr>
          <p:cNvPr id="5" name="Рисунок 4" descr="Изображение выглядит как текст, снимок экрана, рукописный текст, Шриф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4C2375F1-966F-C8FC-4C31-E5E43E5263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9720" y="1532021"/>
            <a:ext cx="3049719" cy="3117924"/>
          </a:xfrm>
          <a:prstGeom prst="rect">
            <a:avLst/>
          </a:prstGeom>
        </p:spPr>
      </p:pic>
      <p:pic>
        <p:nvPicPr>
          <p:cNvPr id="7" name="Рисунок 6" descr="Изображение выглядит как текст, снимок экран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D369DEF5-76F7-B262-0EFE-3CD5EC8786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2363" y="1028751"/>
            <a:ext cx="2715073" cy="390482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9"/>
          <p:cNvSpPr/>
          <p:nvPr/>
        </p:nvSpPr>
        <p:spPr>
          <a:xfrm>
            <a:off x="0" y="209925"/>
            <a:ext cx="9144000" cy="512700"/>
          </a:xfrm>
          <a:prstGeom prst="rect">
            <a:avLst/>
          </a:prstGeom>
          <a:gradFill>
            <a:gsLst>
              <a:gs pos="0">
                <a:srgbClr val="343C5E"/>
              </a:gs>
              <a:gs pos="35000">
                <a:srgbClr val="343C5E"/>
              </a:gs>
              <a:gs pos="86000">
                <a:schemeClr val="lt1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69999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300" b="1">
                <a:solidFill>
                  <a:schemeClr val="lt1"/>
                </a:solidFill>
              </a:rPr>
              <a:t>Тестирование</a:t>
            </a:r>
            <a:endParaRPr sz="2300" b="1">
              <a:solidFill>
                <a:schemeClr val="lt1"/>
              </a:solidFill>
            </a:endParaRPr>
          </a:p>
        </p:txBody>
      </p:sp>
      <p:pic>
        <p:nvPicPr>
          <p:cNvPr id="173" name="Google Shape;173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71511" y="257176"/>
            <a:ext cx="955925" cy="418201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9"/>
          <p:cNvSpPr txBox="1"/>
          <p:nvPr/>
        </p:nvSpPr>
        <p:spPr>
          <a:xfrm>
            <a:off x="266764" y="885750"/>
            <a:ext cx="6842400" cy="16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 dirty="0">
                <a:solidFill>
                  <a:schemeClr val="dk2"/>
                </a:solidFill>
              </a:rPr>
              <a:t>Тестирование проводилось с использованием </a:t>
            </a:r>
            <a:r>
              <a:rPr lang="en-US" sz="1800" dirty="0" err="1">
                <a:solidFill>
                  <a:schemeClr val="dk2"/>
                </a:solidFill>
              </a:rPr>
              <a:t>pytest</a:t>
            </a:r>
            <a:r>
              <a:rPr lang="ru-RU" sz="1800" dirty="0">
                <a:solidFill>
                  <a:schemeClr val="dk2"/>
                </a:solidFill>
              </a:rPr>
              <a:t>. Тестировались основные функции для интеграции с внешними </a:t>
            </a:r>
            <a:r>
              <a:rPr lang="en-US" sz="1800" dirty="0">
                <a:solidFill>
                  <a:schemeClr val="dk2"/>
                </a:solidFill>
              </a:rPr>
              <a:t>API.</a:t>
            </a:r>
            <a:br>
              <a:rPr lang="en-US" sz="1800" dirty="0">
                <a:solidFill>
                  <a:schemeClr val="dk2"/>
                </a:solidFill>
              </a:rPr>
            </a:br>
            <a:r>
              <a:rPr lang="ru-RU" sz="1800" dirty="0">
                <a:solidFill>
                  <a:schemeClr val="dk2"/>
                </a:solidFill>
              </a:rPr>
              <a:t>В качестве тестовых данных были подготовлены массивы тикеров русских и американских компаний.</a:t>
            </a:r>
            <a:endParaRPr sz="1800" dirty="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0"/>
          <p:cNvSpPr/>
          <p:nvPr/>
        </p:nvSpPr>
        <p:spPr>
          <a:xfrm>
            <a:off x="0" y="209925"/>
            <a:ext cx="9144000" cy="512700"/>
          </a:xfrm>
          <a:prstGeom prst="rect">
            <a:avLst/>
          </a:prstGeom>
          <a:gradFill>
            <a:gsLst>
              <a:gs pos="0">
                <a:srgbClr val="343C5E"/>
              </a:gs>
              <a:gs pos="35000">
                <a:srgbClr val="343C5E"/>
              </a:gs>
              <a:gs pos="86000">
                <a:schemeClr val="lt1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69999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300" b="1">
                <a:solidFill>
                  <a:schemeClr val="lt1"/>
                </a:solidFill>
              </a:rPr>
              <a:t>Контроль версий и документация</a:t>
            </a:r>
            <a:endParaRPr sz="2300" b="1">
              <a:solidFill>
                <a:schemeClr val="lt1"/>
              </a:solidFill>
            </a:endParaRPr>
          </a:p>
        </p:txBody>
      </p:sp>
      <p:pic>
        <p:nvPicPr>
          <p:cNvPr id="180" name="Google Shape;180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71511" y="257176"/>
            <a:ext cx="955925" cy="418201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30"/>
          <p:cNvSpPr txBox="1"/>
          <p:nvPr/>
        </p:nvSpPr>
        <p:spPr>
          <a:xfrm>
            <a:off x="266764" y="885750"/>
            <a:ext cx="6842400" cy="3975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800" dirty="0">
                <a:solidFill>
                  <a:schemeClr val="dk2"/>
                </a:solidFill>
              </a:rPr>
              <a:t>Инструкция по запуску: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ru-RU" sz="1800" dirty="0">
                <a:solidFill>
                  <a:schemeClr val="dk2"/>
                </a:solidFill>
              </a:rPr>
              <a:t>Создать бота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ru-RU" sz="1800" dirty="0">
                <a:solidFill>
                  <a:schemeClr val="dk2"/>
                </a:solidFill>
              </a:rPr>
              <a:t>Создать файл </a:t>
            </a:r>
            <a:r>
              <a:rPr lang="en-US" sz="1800" dirty="0">
                <a:solidFill>
                  <a:schemeClr val="dk2"/>
                </a:solidFill>
              </a:rPr>
              <a:t>.env </a:t>
            </a:r>
            <a:r>
              <a:rPr lang="ru-RU" sz="1800" dirty="0">
                <a:solidFill>
                  <a:schemeClr val="dk2"/>
                </a:solidFill>
              </a:rPr>
              <a:t>и добавить в него токен бота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ru-RU" sz="1800" dirty="0">
                <a:solidFill>
                  <a:schemeClr val="dk2"/>
                </a:solidFill>
              </a:rPr>
              <a:t>Запустить бота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ru-RU" sz="1800" dirty="0">
                <a:solidFill>
                  <a:schemeClr val="dk2"/>
                </a:solidFill>
              </a:rPr>
              <a:t>Начать разговор с ботом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1"/>
          <p:cNvSpPr/>
          <p:nvPr/>
        </p:nvSpPr>
        <p:spPr>
          <a:xfrm>
            <a:off x="0" y="209925"/>
            <a:ext cx="9144000" cy="512700"/>
          </a:xfrm>
          <a:prstGeom prst="rect">
            <a:avLst/>
          </a:prstGeom>
          <a:gradFill>
            <a:gsLst>
              <a:gs pos="0">
                <a:srgbClr val="343C5E"/>
              </a:gs>
              <a:gs pos="35000">
                <a:srgbClr val="343C5E"/>
              </a:gs>
              <a:gs pos="86000">
                <a:schemeClr val="lt1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69999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300" b="1">
                <a:solidFill>
                  <a:schemeClr val="lt1"/>
                </a:solidFill>
              </a:rPr>
              <a:t>Выводы</a:t>
            </a:r>
            <a:endParaRPr sz="2300" b="1">
              <a:solidFill>
                <a:schemeClr val="lt1"/>
              </a:solidFill>
            </a:endParaRPr>
          </a:p>
        </p:txBody>
      </p:sp>
      <p:pic>
        <p:nvPicPr>
          <p:cNvPr id="187" name="Google Shape;187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71511" y="257176"/>
            <a:ext cx="955925" cy="418201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31"/>
          <p:cNvSpPr txBox="1"/>
          <p:nvPr/>
        </p:nvSpPr>
        <p:spPr>
          <a:xfrm>
            <a:off x="266764" y="885750"/>
            <a:ext cx="6842400" cy="16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solidFill>
                  <a:schemeClr val="dk2"/>
                </a:solidFill>
              </a:rPr>
              <a:t>В итоге созданный бот корректно работает. Пользователи получили возможность мониторить динамику цен активов в течение суток. Проект может далее развиваться и обогащаться новым функционалом.</a:t>
            </a:r>
            <a:endParaRPr sz="1800" dirty="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32"/>
          <p:cNvSpPr txBox="1"/>
          <p:nvPr/>
        </p:nvSpPr>
        <p:spPr>
          <a:xfrm>
            <a:off x="510918" y="2034478"/>
            <a:ext cx="8122200" cy="6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00"/>
              <a:buFont typeface="Arial"/>
              <a:buNone/>
            </a:pPr>
            <a:r>
              <a:rPr lang="ru" sz="4100" b="1">
                <a:solidFill>
                  <a:srgbClr val="FFFFFF"/>
                </a:solidFill>
              </a:rPr>
              <a:t>Спасибо за внимание!</a:t>
            </a:r>
            <a:endParaRPr sz="3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5" name="Google Shape;195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42458" y="465110"/>
            <a:ext cx="1597275" cy="123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3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9451" y="253537"/>
            <a:ext cx="1249010" cy="5464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White">
  <a:themeElements>
    <a:clrScheme name="Президентская Академия">
      <a:dk1>
        <a:srgbClr val="262D33"/>
      </a:dk1>
      <a:lt1>
        <a:srgbClr val="FFFFFF"/>
      </a:lt1>
      <a:dk2>
        <a:srgbClr val="8B8C91"/>
      </a:dk2>
      <a:lt2>
        <a:srgbClr val="ECEAF1"/>
      </a:lt2>
      <a:accent1>
        <a:srgbClr val="A0273C"/>
      </a:accent1>
      <a:accent2>
        <a:srgbClr val="CA2445"/>
      </a:accent2>
      <a:accent3>
        <a:srgbClr val="E43D49"/>
      </a:accent3>
      <a:accent4>
        <a:srgbClr val="EB6267"/>
      </a:accent4>
      <a:accent5>
        <a:srgbClr val="343C5E"/>
      </a:accent5>
      <a:accent6>
        <a:srgbClr val="4F5BA2"/>
      </a:accent6>
      <a:hlink>
        <a:srgbClr val="D1DFE2"/>
      </a:hlink>
      <a:folHlink>
        <a:srgbClr val="93969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259</Words>
  <Application>Microsoft Macintosh PowerPoint</Application>
  <PresentationFormat>Экран (16:9)</PresentationFormat>
  <Paragraphs>31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Arial</vt:lpstr>
      <vt:lpstr>Arial Black</vt:lpstr>
      <vt:lpstr>Helvetica Neue</vt:lpstr>
      <vt:lpstr>Simple Light</vt:lpstr>
      <vt:lpstr>White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QQER SEEEE</cp:lastModifiedBy>
  <cp:revision>1</cp:revision>
  <dcterms:modified xsi:type="dcterms:W3CDTF">2025-11-13T16:06:17Z</dcterms:modified>
</cp:coreProperties>
</file>